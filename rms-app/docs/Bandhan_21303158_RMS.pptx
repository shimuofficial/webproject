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8288000" cy="10287000"/>
  <p:notesSz cx="6858000" cy="9144000"/>
  <p:embeddedFontLst>
    <p:embeddedFont>
      <p:font typeface="Arial Nova Bold" panose="020B0604020202020204" charset="0"/>
      <p:regular r:id="rId57"/>
    </p:embeddedFont>
    <p:embeddedFont>
      <p:font typeface="Montserrat" panose="00000500000000000000" pitchFamily="2" charset="0"/>
      <p:regular r:id="rId58"/>
      <p:bold r:id="rId59"/>
      <p:italic r:id="rId60"/>
      <p:boldItalic r:id="rId61"/>
    </p:embeddedFont>
    <p:embeddedFont>
      <p:font typeface="Montserrat Bold" panose="00000800000000000000" charset="0"/>
      <p:regular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font" Target="fonts/font1.fntdata"/><Relationship Id="rId58" Type="http://schemas.openxmlformats.org/officeDocument/2006/relationships/font" Target="fonts/font2.fntdata"/><Relationship Id="rId59" Type="http://schemas.openxmlformats.org/officeDocument/2006/relationships/font" Target="fonts/font3.fntdata"/><Relationship Id="rId60" Type="http://schemas.openxmlformats.org/officeDocument/2006/relationships/font" Target="fonts/font4.fntdata"/><Relationship Id="rId61" Type="http://schemas.openxmlformats.org/officeDocument/2006/relationships/font" Target="fonts/font5.fntdata"/><Relationship Id="rId62" Type="http://schemas.openxmlformats.org/officeDocument/2006/relationships/font" Target="fonts/font6.fntdata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9A59F7-46A8-0FB1-0316-BE9DBF3C48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2B7AC-8AD6-DA01-8592-698AC67DF5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1A61E-F4C5-439E-862B-E15002FD94EC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A397B-CEE0-A6D9-B2B0-DA0EFF5532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C6E88-A823-8511-B7B3-136871A12B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94675-92C6-47AF-A2B3-835E1E612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082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E7EBF-9357-4930-BA09-DE0B11E0A30A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1FCB0-7523-4D7A-929D-87D615253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752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BA72-EE23-4FF4-91BA-D6B543D5471B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9000" y="9895257"/>
            <a:ext cx="2895600" cy="365125"/>
          </a:xfr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D3346-7563-4B59-AE26-F9131E449633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4BED-4FFC-40AE-A923-FDDAD087BC1D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2A54-3C2B-449A-8E78-6B879B4E3BB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5374D-0866-46AC-A77F-E167739A68F9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4B2BD-A85C-4A03-80CC-57A1AF2AD00B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4CE2-43BB-41A3-9372-5D950AEDBF1E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48600" y="9867899"/>
            <a:ext cx="2895600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9867899"/>
            <a:ext cx="2133600" cy="365125"/>
          </a:xfrm>
        </p:spPr>
        <p:txBody>
          <a:bodyPr/>
          <a:lstStyle>
            <a:lvl1pPr>
              <a:defRPr sz="1600" b="1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9615-FBC5-4AD6-918B-082A713B92DF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9E15F-7ABF-4A5E-8DD5-EB94158B089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8CF5-80B6-4655-94FD-42D93F3078D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2828-415A-452A-A56A-9F3C21190353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2646C-4FA3-4F3C-AD87-82DEFE68FBD2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latin typeface="Aptos"/>
              </a:rPr>
              <a:t>Restaurant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latin typeface="Aptos"/>
              </a:rPr>
              <a:t>Project Presentation</a:t>
            </a:r>
          </a:p>
          <a:p>
            <a:r>
              <a:rPr sz="1800" b="0">
                <a:latin typeface="Aptos"/>
              </a:rPr>
              <a:t>Prepared for report and viva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Introduction</a:t>
            </a:r>
          </a:p>
          <a:p>
            <a:pPr/>
            <a:r>
              <a:rPr sz="2000" b="0">
                <a:latin typeface="Aptos"/>
              </a:rPr>
              <a:t>Project Overview</a:t>
            </a:r>
          </a:p>
          <a:p>
            <a:pPr/>
            <a:r>
              <a:rPr sz="2000" b="0">
                <a:latin typeface="Aptos"/>
              </a:rPr>
              <a:t>Process Model</a:t>
            </a:r>
          </a:p>
          <a:p>
            <a:pPr/>
            <a:r>
              <a:rPr sz="2000" b="0">
                <a:latin typeface="Aptos"/>
              </a:rPr>
              <a:t>Requirement Engineering</a:t>
            </a:r>
          </a:p>
          <a:p>
            <a:pPr/>
            <a:r>
              <a:rPr sz="2000" b="0">
                <a:latin typeface="Aptos"/>
              </a:rPr>
              <a:t>System Planning</a:t>
            </a:r>
          </a:p>
          <a:p>
            <a:pPr/>
            <a:r>
              <a:rPr sz="2000" b="0">
                <a:latin typeface="Aptos"/>
              </a:rPr>
              <a:t>Risk Management</a:t>
            </a:r>
          </a:p>
          <a:p>
            <a:pPr/>
            <a:r>
              <a:rPr sz="2000" b="0">
                <a:latin typeface="Aptos"/>
              </a:rPr>
              <a:t>Cost Estimation</a:t>
            </a:r>
          </a:p>
          <a:p>
            <a:pPr/>
            <a:r>
              <a:rPr sz="2000" b="0">
                <a:latin typeface="Aptos"/>
              </a:rPr>
              <a:t>Designing / Analysis Modeling</a:t>
            </a:r>
          </a:p>
          <a:p>
            <a:pPr/>
            <a:r>
              <a:rPr sz="2000" b="0">
                <a:latin typeface="Aptos"/>
              </a:rPr>
              <a:t>Demonstration</a:t>
            </a:r>
          </a:p>
          <a:p>
            <a:pPr/>
            <a:r>
              <a:rPr sz="2000" b="0">
                <a:latin typeface="Aptos"/>
              </a:rPr>
              <a:t>Limitation</a:t>
            </a:r>
          </a:p>
          <a:p>
            <a:pPr/>
            <a:r>
              <a:rPr sz="2000" b="0">
                <a:latin typeface="Aptos"/>
              </a:rPr>
              <a:t>Future Plan</a:t>
            </a:r>
          </a:p>
          <a:p>
            <a:pPr/>
            <a:r>
              <a:rPr sz="2000" b="0">
                <a:latin typeface="Apto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A web-based Restaurant Management System built to automate daily restaurant operations.</a:t>
            </a:r>
          </a:p>
          <a:p>
            <a:pPr/>
            <a:r>
              <a:rPr sz="2000" b="0">
                <a:latin typeface="Aptos"/>
              </a:rPr>
              <a:t>Supports customers, staff, chefs, cashiers, and admins through role-based access.</a:t>
            </a:r>
          </a:p>
          <a:p>
            <a:pPr/>
            <a:r>
              <a:rPr sz="2000" b="0">
                <a:latin typeface="Aptos"/>
              </a:rPr>
              <a:t>Covers menu browsing, order handling, kitchen flow, inventory, tables, and reports.</a:t>
            </a:r>
          </a:p>
          <a:p>
            <a:pPr/>
            <a:r>
              <a:rPr sz="2000" b="0">
                <a:latin typeface="Aptos"/>
              </a:rPr>
              <a:t>Reduces manual work and improves speed, accuracy, and service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Built with Laravel 11, PHP 8.2+, Blade views, Vite, Eloquent ORM, and MySQL.</a:t>
            </a:r>
          </a:p>
          <a:p>
            <a:pPr/>
            <a:r>
              <a:rPr sz="2000" b="0">
                <a:latin typeface="Aptos"/>
              </a:rPr>
              <a:t>Main modules: authentication, dashboard, orders, menu, kitchen, tables, inventory, staff, reports, settings, and admin site settings.</a:t>
            </a:r>
          </a:p>
          <a:p>
            <a:pPr/>
            <a:r>
              <a:rPr sz="2000" b="0">
                <a:latin typeface="Aptos"/>
              </a:rPr>
              <a:t>Web-only session authentication with role middleware for secure access control.</a:t>
            </a:r>
          </a:p>
          <a:p>
            <a:pPr/>
            <a:r>
              <a:rPr sz="2000" b="0">
                <a:latin typeface="Aptos"/>
              </a:rPr>
              <a:t>Centralized branding through SiteSettings and SiteHelper keeps logo and colors consistent.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The system was developed using an iterative process model.</a:t>
            </a:r>
          </a:p>
          <a:p>
            <a:pPr/>
            <a:r>
              <a:rPr sz="2000" b="0">
                <a:latin typeface="Aptos"/>
              </a:rPr>
              <a:t>Each module was planned, implemented, tested, and improved in small cycles.</a:t>
            </a:r>
          </a:p>
          <a:p>
            <a:pPr/>
            <a:r>
              <a:rPr sz="2000" b="0">
                <a:latin typeface="Aptos"/>
              </a:rPr>
              <a:t>This approach helps catch workflow issues early and reduces integration risk.</a:t>
            </a:r>
          </a:p>
          <a:p>
            <a:pPr/>
            <a:r>
              <a:rPr sz="2000" b="0">
                <a:latin typeface="Aptos"/>
              </a:rPr>
              <a:t>It also makes future updates easier because modules stay separated by responsibility.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Functional requirements: login, menu browsing, order creation, kitchen updates, inventory control, reports, and branding settings.</a:t>
            </a:r>
          </a:p>
          <a:p>
            <a:pPr/>
            <a:r>
              <a:rPr sz="2000" b="0">
                <a:latin typeface="Aptos"/>
              </a:rPr>
              <a:t>Non-functional requirements: security, usability, maintainability, reliability, and browser compatibility.</a:t>
            </a:r>
          </a:p>
          <a:p>
            <a:pPr/>
            <a:r>
              <a:rPr sz="2000" b="0">
                <a:latin typeface="Aptos"/>
              </a:rPr>
              <a:t>Different user roles need different access rights and workflows.</a:t>
            </a:r>
          </a:p>
          <a:p>
            <a:pPr/>
            <a:r>
              <a:rPr sz="2000" b="0">
                <a:latin typeface="Aptos"/>
              </a:rPr>
              <a:t>Requirements were defined around real restaurant operations to keep the system practical.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System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Roles are planned as admin, manager, chef, cashier, and customer.</a:t>
            </a:r>
          </a:p>
          <a:p>
            <a:pPr/>
            <a:r>
              <a:rPr sz="2000" b="0">
                <a:latin typeface="Aptos"/>
              </a:rPr>
              <a:t>Core data entities include users, menus, menu_ingredients, inventories, tables, orders, order_items, payment_transactions, and site_settings.</a:t>
            </a:r>
          </a:p>
          <a:p>
            <a:pPr/>
            <a:r>
              <a:rPr sz="2000" b="0">
                <a:latin typeface="Aptos"/>
              </a:rPr>
              <a:t>Routes and modules are grouped by business function for easier maintenance.</a:t>
            </a:r>
          </a:p>
          <a:p>
            <a:pPr/>
            <a:r>
              <a:rPr sz="2000" b="0">
                <a:latin typeface="Aptos"/>
              </a:rPr>
              <a:t>The user interface follows one consistent branding system across the website and admin panel.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Unauthorized access is controlled with role middleware.</a:t>
            </a:r>
          </a:p>
          <a:p>
            <a:pPr/>
            <a:r>
              <a:rPr sz="2000" b="0">
                <a:latin typeface="Aptos"/>
              </a:rPr>
              <a:t>Duplicate stock deduction is prevented by tracking inventory_deducted_at.</a:t>
            </a:r>
          </a:p>
          <a:p>
            <a:pPr/>
            <a:r>
              <a:rPr sz="2000" b="0">
                <a:latin typeface="Aptos"/>
              </a:rPr>
              <a:t>Validation checks reduce errors in orders, recipes, and stock usage.</a:t>
            </a:r>
          </a:p>
          <a:p>
            <a:pPr/>
            <a:r>
              <a:rPr sz="2000" b="0">
                <a:latin typeface="Aptos"/>
              </a:rPr>
              <a:t>Centralized branding and manual payment flow reduce dependency on external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Cost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The project is cost-effective because it is built on open-source Laravel technology.</a:t>
            </a:r>
          </a:p>
          <a:p>
            <a:pPr/>
            <a:r>
              <a:rPr sz="2000" b="0">
                <a:latin typeface="Aptos"/>
              </a:rPr>
              <a:t>Main cost areas are development time, testing, UI work, and database design.</a:t>
            </a:r>
          </a:p>
          <a:p>
            <a:pPr/>
            <a:r>
              <a:rPr sz="2000" b="0">
                <a:latin typeface="Aptos"/>
              </a:rPr>
              <a:t>Manual payment processing lowers third-party integration cost.</a:t>
            </a:r>
          </a:p>
          <a:p>
            <a:pPr/>
            <a:r>
              <a:rPr sz="2000" b="0">
                <a:latin typeface="Aptos"/>
              </a:rPr>
              <a:t>Reusable modules and centralized configuration reduce long-term maintenance effort.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Designing / Analysis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The system uses activity diagrams, swim-lane diagrams, class diagrams, ERD, and DFD for analysis.</a:t>
            </a:r>
          </a:p>
          <a:p>
            <a:pPr/>
            <a:r>
              <a:rPr sz="2000" b="0">
                <a:latin typeface="Aptos"/>
              </a:rPr>
              <a:t>Main entities include orders, order items, menus, inventory, tables, users, payments, and site settings.</a:t>
            </a:r>
          </a:p>
          <a:p>
            <a:pPr/>
            <a:r>
              <a:rPr sz="2000" b="0">
                <a:latin typeface="Aptos"/>
              </a:rPr>
              <a:t>The order flow connects menu items with recipe ingredients and inventory deduction.</a:t>
            </a:r>
          </a:p>
          <a:p>
            <a:pPr/>
            <a:r>
              <a:rPr sz="2000" b="0">
                <a:latin typeface="Aptos"/>
              </a:rPr>
              <a:t>The model supports reporting and operational tracking across the whole restaurant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Visitors can view the public menu and available items.</a:t>
            </a:r>
          </a:p>
          <a:p>
            <a:pPr/>
            <a:r>
              <a:rPr sz="2000" b="0">
                <a:latin typeface="Aptos"/>
              </a:rPr>
              <a:t>Customers can register, log in, and place orders.</a:t>
            </a:r>
          </a:p>
          <a:p>
            <a:pPr/>
            <a:r>
              <a:rPr sz="2000" b="0">
                <a:latin typeface="Aptos"/>
              </a:rPr>
              <a:t>Staff can manage orders, record payments, and print receipts.</a:t>
            </a:r>
          </a:p>
          <a:p>
            <a:pPr/>
            <a:r>
              <a:rPr sz="2000" b="0">
                <a:latin typeface="Aptos"/>
              </a:rPr>
              <a:t>Chefs can process kitchen orders and update order status.</a:t>
            </a:r>
          </a:p>
          <a:p>
            <a:pPr/>
            <a:r>
              <a:rPr sz="2000" b="0">
                <a:latin typeface="Aptos"/>
              </a:rPr>
              <a:t>Admins can update branding, hero content, and site settings.</a:t>
            </a:r>
          </a:p>
          <a:p>
            <a:pPr/>
            <a:r>
              <a:rPr sz="2000" b="0">
                <a:latin typeface="Aptos"/>
              </a:rPr>
              <a:t>Reports show revenue, order counts, top items, and category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The current system is web-only and does not include a separate mobile app.</a:t>
            </a:r>
          </a:p>
          <a:p>
            <a:pPr/>
            <a:r>
              <a:rPr sz="2000" b="0">
                <a:latin typeface="Aptos"/>
              </a:rPr>
              <a:t>There is no public API layer for third-party integration.</a:t>
            </a:r>
          </a:p>
          <a:p>
            <a:pPr/>
            <a:r>
              <a:rPr sz="2000" b="0">
                <a:latin typeface="Aptos"/>
              </a:rPr>
              <a:t>Payment handling is manual rather than connected to a live online gateway.</a:t>
            </a:r>
          </a:p>
          <a:p>
            <a:pPr/>
            <a:r>
              <a:rPr sz="2000" b="0">
                <a:latin typeface="Aptos"/>
              </a:rPr>
              <a:t>Advanced analytics and forecasting are not included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Future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Add online payment support if the business needs it in future.</a:t>
            </a:r>
          </a:p>
          <a:p>
            <a:pPr/>
            <a:r>
              <a:rPr sz="2000" b="0">
                <a:latin typeface="Aptos"/>
              </a:rPr>
              <a:t>Introduce an API layer for mobile apps and external systems.</a:t>
            </a:r>
          </a:p>
          <a:p>
            <a:pPr/>
            <a:r>
              <a:rPr sz="2000" b="0">
                <a:latin typeface="Aptos"/>
              </a:rPr>
              <a:t>Improve dashboards with charts, trends, and smarter reporting.</a:t>
            </a:r>
          </a:p>
          <a:p>
            <a:pPr/>
            <a:r>
              <a:rPr sz="2000" b="0">
                <a:latin typeface="Aptos"/>
              </a:rPr>
              <a:t>Add notifications for order updates, stock alerts, and important events.</a:t>
            </a:r>
          </a:p>
          <a:p>
            <a:pPr/>
            <a:r>
              <a:rPr sz="2000" b="0">
                <a:latin typeface="Aptos"/>
              </a:rPr>
              <a:t>Expand the system for multi-branch restaurant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Aptos"/>
              </a:rPr>
              <a:t>The Restaurant Management System brings orders, kitchen flow, inventory, and reports into one platform.</a:t>
            </a:r>
          </a:p>
          <a:p>
            <a:pPr/>
            <a:r>
              <a:rPr sz="2000" b="0">
                <a:latin typeface="Aptos"/>
              </a:rPr>
              <a:t>It improves efficiency, control, and traceability in daily restaurant operations.</a:t>
            </a:r>
          </a:p>
          <a:p>
            <a:pPr/>
            <a:r>
              <a:rPr sz="2000" b="0">
                <a:latin typeface="Aptos"/>
              </a:rPr>
              <a:t>The modular Laravel structure makes the system easier to maintain and extend.</a:t>
            </a:r>
          </a:p>
          <a:p>
            <a:pPr/>
            <a:r>
              <a:rPr sz="2000" b="0">
                <a:latin typeface="Aptos"/>
              </a:rPr>
              <a:t>Overall, it provides a practical base for future automation and improvement.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latin typeface="Aptos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latin typeface="Aptos"/>
              </a:rP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3060</Words>
  <Application>Microsoft Office PowerPoint</Application>
  <PresentationFormat>Custom</PresentationFormat>
  <Paragraphs>555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Montserrat</vt:lpstr>
      <vt:lpstr>Times New Roman</vt:lpstr>
      <vt:lpstr>Montserrat Bold</vt:lpstr>
      <vt:lpstr>Wingdings</vt:lpstr>
      <vt:lpstr>Arial</vt:lpstr>
      <vt:lpstr>Calibri</vt:lpstr>
      <vt:lpstr>Arial Nova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Practicum Defense</dc:title>
  <cp:lastModifiedBy>rifat rahman bandhan</cp:lastModifiedBy>
  <cp:revision>8</cp:revision>
  <dcterms:created xsi:type="dcterms:W3CDTF">2006-08-16T00:00:00Z</dcterms:created>
  <dcterms:modified xsi:type="dcterms:W3CDTF">2025-10-03T18:55:40Z</dcterms:modified>
  <dc:identifier>DAG0huvdj70</dc:identifier>
</cp:coreProperties>
</file>